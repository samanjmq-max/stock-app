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StockApp al departamento de IT de SAMAN. Objetivo: mostrar qué es, cómo funciona, cómo está protegida, cuánto cuesta y hacia dónde puede evolucionar, respondiendo las preguntas que planteó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sorpresa de IT vino de que StockApp ya hacía justo lo que estaban por cotizar (etiquetas de SAP) y además resolvía el conteo cíclico completo.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capacidades núcleo. Contar, ver diferencias en pesos, etiquetas, importar de SAP, cerrar cíclico y trabajo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Permisos por capacidades, no por pantallas sueltas. El súper admin sale de una variable de entorno, no de la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capas. Costo cero de infraestructura, datos dentro del Google de la empresa, despliegue automático, multiplataforma.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Sheets admite 10M celdas; hay margen holgado, y la retención por diseño mantiene la planilla activa liviana. El catálogo va embebido y optimizado para que contar sea instantáneo.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uso es por tandas de conteo, muy por debajo de las cuotas de Google. El componente que crece por acumulación es la planilla, no Apps Script, y eso lo controla la retención.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auditoría confirmó una arquitectura bien protegida y cerró las observaciones: rotación de claves, una fuga entre plantas en la lectura del catálogo, librería de Excel sin CVE, y endurecimiento del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ingreso es por usuario y contraseña (sesión de 8 h). El flujo completo: importar, contar, leer diferencias, cerrar.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partida: IT buscaba cotizar etiquetado de SAP. StockApp ya lo hace, con los celulares existentes y sin licencias.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Frente a cotizar etiquetado y/o handhelds con licencias, el ahorro es directo.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principal límite —la dependencia de una persona— se resuelve justamente con el proceso de evaluación y absorción que este material acompaña.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 por etapas, sin apuro. StockApp es el sistema de registro; el resto son capas de representación y captura que se conectan encima.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Abrir a preguntas de IT y ofrecer demo en vivo o prueba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097280"/>
            <a:ext cx="3840480" cy="3840480"/>
          </a:xfrm>
          <a:prstGeom prst="ellipse">
            <a:avLst/>
          </a:prstGeom>
          <a:solidFill>
            <a:srgbClr val="243141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202C3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051560"/>
            <a:ext cx="822960" cy="82296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25272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148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PARA EL DEPARTAMENTO DE IT · SAMAN (GRUPO CAMIL)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68880"/>
            <a:ext cx="10058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StockApp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conteo de inventario cíclico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343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· Arquitectura · Datos · Seguridad · Costos · Ventajas y límites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5943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Quiroga  ·  Versión 1.0  ·  Septiembre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EXISTE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punto de partida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operación necesitaba dos cosas que no tenía resueltas: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313432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4144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229514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cíclico ágil y trazable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822960" y="29718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cotejo contra SAP se hacía con planillas: lento, con errores de tipeo y sin registro de quién contó qué.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118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867912"/>
            <a:ext cx="548640" cy="548640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9959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38496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los códigos de SAP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82296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stock e IT estaban buscando quién les cotizara una solución de etiquetado de código de barras.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09360" y="2057400"/>
            <a:ext cx="5303520" cy="2971800"/>
          </a:xfrm>
          <a:prstGeom prst="roundRect">
            <a:avLst>
              <a:gd name="adj" fmla="val 3077"/>
            </a:avLst>
          </a:prstGeom>
          <a:solidFill>
            <a:srgbClr val="1B253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2377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178040" y="23957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respuesta: una sola app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2971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 cubre las dos necesidades a la vez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 los celulares que ya se tienen y sin licencias de software.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629400" y="4114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está en producción y en uso real en las 9 plantas.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hace StockApp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1810512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193852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508760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 con el celular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el código de barras e ingresa la cantidad física.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15968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72000" y="1810512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193852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76088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 automática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590288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 contra SAP: coincide, sobra o falta, con impacto en pesos.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083296" y="155448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339328" y="1810512"/>
            <a:ext cx="548640" cy="548640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19385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43416" y="179222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etiquetas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8357616" y="24688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de código de barras Code128 (10×5 cm) listo para imprimir.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548640" y="3886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04672" y="4142232"/>
            <a:ext cx="548640" cy="54864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270248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508760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desde SAP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el catálogo de cada planta desde el Excel de SAP.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315968" y="3886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572000" y="4142232"/>
            <a:ext cx="548640" cy="54864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00016" y="4270248"/>
            <a:ext cx="292608" cy="29260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276088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cíclico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4590288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 el conteo, guarda el resumen y libera espacio.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8083296" y="388620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8339328" y="4142232"/>
            <a:ext cx="548640" cy="548640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427024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9043416" y="41239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conexión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8357616" y="48006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offline y sincroniza solo al recuperar la señal.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QUIÉN ESTÁ DIRIGIDA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Usuarios y roles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por usuario y contraseña. Cada persona ve y hace solo lo que su rol permite.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5E7F52"/>
          </a:solidFill>
          <a:ln/>
        </p:spPr>
      </p:sp>
      <p:sp>
        <p:nvSpPr>
          <p:cNvPr id="11" name="Shape 8"/>
          <p:cNvSpPr/>
          <p:nvPr/>
        </p:nvSpPr>
        <p:spPr>
          <a:xfrm>
            <a:off x="548640" y="2468880"/>
            <a:ext cx="2615184" cy="320040"/>
          </a:xfrm>
          <a:prstGeom prst="rect">
            <a:avLst/>
          </a:prstGeom>
          <a:solidFill>
            <a:srgbClr val="5E7F5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1520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Operario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 conteo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y ve el avance de su planta.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346704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46704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C0563C"/>
          </a:solidFill>
          <a:ln/>
        </p:spPr>
      </p:sp>
      <p:sp>
        <p:nvSpPr>
          <p:cNvPr id="17" name="Shape 14"/>
          <p:cNvSpPr/>
          <p:nvPr/>
        </p:nvSpPr>
        <p:spPr>
          <a:xfrm>
            <a:off x="3346704" y="2468880"/>
            <a:ext cx="2615184" cy="320040"/>
          </a:xfrm>
          <a:prstGeom prst="rect">
            <a:avLst/>
          </a:prstGeom>
          <a:solidFill>
            <a:srgbClr val="C056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529584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Encargado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3529584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Encargado de almacén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529584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Cuenta, importa, etiqueta y cierra el cíclico de su planta.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144768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44768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C9922E"/>
          </a:solidFill>
          <a:ln/>
        </p:spPr>
      </p:sp>
      <p:sp>
        <p:nvSpPr>
          <p:cNvPr id="23" name="Shape 20"/>
          <p:cNvSpPr/>
          <p:nvPr/>
        </p:nvSpPr>
        <p:spPr>
          <a:xfrm>
            <a:off x="6144768" y="2468880"/>
            <a:ext cx="2615184" cy="320040"/>
          </a:xfrm>
          <a:prstGeom prst="rect">
            <a:avLst/>
          </a:prstGeom>
          <a:solidFill>
            <a:srgbClr val="C992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27648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Jefe / Gerente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6327648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Jefatura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327648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de gestión; puede tener varias plantas a cargo.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942832" y="1965960"/>
            <a:ext cx="2615184" cy="2514600"/>
          </a:xfrm>
          <a:prstGeom prst="roundRect">
            <a:avLst>
              <a:gd name="adj" fmla="val 3273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88900" dist="25400" dir="5400000">
              <a:srgbClr val="9AA0A6">
                <a:alpha val="2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8942832" y="1965960"/>
            <a:ext cx="2615184" cy="822960"/>
          </a:xfrm>
          <a:prstGeom prst="roundRect">
            <a:avLst>
              <a:gd name="adj" fmla="val 10000"/>
            </a:avLst>
          </a:prstGeom>
          <a:solidFill>
            <a:srgbClr val="1B2532"/>
          </a:solidFill>
          <a:ln/>
        </p:spPr>
      </p:sp>
      <p:sp>
        <p:nvSpPr>
          <p:cNvPr id="29" name="Shape 26"/>
          <p:cNvSpPr/>
          <p:nvPr/>
        </p:nvSpPr>
        <p:spPr>
          <a:xfrm>
            <a:off x="8942832" y="2468880"/>
            <a:ext cx="2615184" cy="320040"/>
          </a:xfrm>
          <a:prstGeom prst="rect">
            <a:avLst/>
          </a:prstGeom>
          <a:solidFill>
            <a:srgbClr val="1B2532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9125712" y="201168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Súper admin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9125712" y="2926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5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Dueño del sistema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9125712" y="333756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sobre las 9 plantas y el histórico.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1B2532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554480" y="493776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rol viaja firmado en la sesión.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escalar privilegios editando una celda de la planilla; el súper administrador se define por una variable del servidor.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DÓNDE CORRE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Arquitectura: todo en la nube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243141"/>
          </a:solidFill>
          <a:ln/>
        </p:spPr>
      </p:sp>
      <p:sp>
        <p:nvSpPr>
          <p:cNvPr id="8" name="Shape 5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21284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1600200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841248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/ PC · Next.js 15 + React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841248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ve el usuario. App web (PWA): se abre en el navegador, sin instalar de una tienda.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078224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1"/>
          <p:cNvSpPr/>
          <p:nvPr/>
        </p:nvSpPr>
        <p:spPr>
          <a:xfrm>
            <a:off x="4462272" y="17830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243141"/>
          </a:solidFill>
          <a:ln/>
        </p:spPr>
      </p:sp>
      <p:sp>
        <p:nvSpPr>
          <p:cNvPr id="16" name="Shape 12"/>
          <p:cNvSpPr/>
          <p:nvPr/>
        </p:nvSpPr>
        <p:spPr>
          <a:xfrm>
            <a:off x="4736592" y="2057400"/>
            <a:ext cx="658368" cy="65836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1284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513832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5513832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 / API</a:t>
            </a:r>
            <a:endParaRPr lang="en-US" sz="1900" dirty="0"/>
          </a:p>
        </p:txBody>
      </p:sp>
      <p:sp>
        <p:nvSpPr>
          <p:cNvPr id="20" name="Text 15"/>
          <p:cNvSpPr txBox="1"/>
          <p:nvPr/>
        </p:nvSpPr>
        <p:spPr>
          <a:xfrm>
            <a:off x="4754880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en Vercel (nube)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Intermediario blindado: valida sesión y permisos. Es el único que tiene las llaves del backend.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7991856" y="27432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8375904" y="1783080"/>
            <a:ext cx="3566160" cy="2788920"/>
          </a:xfrm>
          <a:prstGeom prst="roundRect">
            <a:avLst>
              <a:gd name="adj" fmla="val 3279"/>
            </a:avLst>
          </a:prstGeom>
          <a:solidFill>
            <a:srgbClr val="243141"/>
          </a:solidFill>
          <a:ln/>
        </p:spPr>
      </p:sp>
      <p:sp>
        <p:nvSpPr>
          <p:cNvPr id="24" name="Shape 19"/>
          <p:cNvSpPr/>
          <p:nvPr/>
        </p:nvSpPr>
        <p:spPr>
          <a:xfrm>
            <a:off x="8650224" y="2057400"/>
            <a:ext cx="658368" cy="658368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212848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427464" y="2084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427464" y="2286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+ Base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8668512" y="2926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 + Sheets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8668512" y="34290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del entorno Google de la empresa. Aquí viven catálogo, conteos, usuarios e historial.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548640" y="48006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303A"/>
          </a:solidFill>
          <a:ln w="12700">
            <a:solidFill>
              <a:srgbClr val="5E7F52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554480" y="4937760"/>
            <a:ext cx="9784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nunca habla directo con Google Sheets.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pasa por el servidor, que es quien tiene las llaves. La base de datos no es alcanzable desde afuera.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 VIVEN LOS DATOS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Información y volumen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se guarda en Google Sheets (base de datos), dentro del entorno Google de la empresa. Apps Script lee y escribe de forma controlada. No hay datos en servidores de terceros fuera de Google.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240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E7F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16.500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por planta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15968" y="2240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498848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150.000</a:t>
            </a:r>
            <a:endParaRPr lang="en-US" sz="4000" dirty="0"/>
          </a:p>
        </p:txBody>
      </p:sp>
      <p:sp>
        <p:nvSpPr>
          <p:cNvPr id="14" name="Text 11"/>
          <p:cNvSpPr txBox="1"/>
          <p:nvPr/>
        </p:nvSpPr>
        <p:spPr>
          <a:xfrm>
            <a:off x="4498848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 catálogo (9 plantas)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083296" y="224028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66176" y="23774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9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</a:t>
            </a:r>
            <a:endParaRPr lang="en-US" sz="4000" dirty="0"/>
          </a:p>
        </p:txBody>
      </p:sp>
      <p:sp>
        <p:nvSpPr>
          <p:cNvPr id="17" name="Text 14"/>
          <p:cNvSpPr txBox="1"/>
          <p:nvPr/>
        </p:nvSpPr>
        <p:spPr>
          <a:xfrm>
            <a:off x="8266176" y="32004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celdas: el techo de Sheets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información maneja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452628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2296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código, ubicación, stock SAP, precio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200" y="452628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46520" y="44805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cantidad, diferencia, quién y cuándo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530352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82296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 y contraseña cifrada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72200" y="5303520"/>
            <a:ext cx="146304" cy="146304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46520" y="52578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+ Resumen: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y consolidado liviano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MUCHA CARGA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Concurrencia y resiliencia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68680" y="1938528"/>
            <a:ext cx="566928" cy="566928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7568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91640" y="17830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agencias a la vez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1691640" y="217627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usuario solo ve y escribe su planta. Un candado serializa las escrituras simultáneas; los conteos suben en lote.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335584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3008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91640" y="32004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Apps Script se satura o falla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1691640" y="359359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pedido tiene tiempo máximo de espera: mensaje claro, no cuelgue. Nada se pierde: queda en el equipo y reintenta solo.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773168"/>
            <a:ext cx="566928" cy="566928"/>
          </a:xfrm>
          <a:prstGeom prst="ellipse">
            <a:avLst/>
          </a:prstGeom>
          <a:solidFill>
            <a:srgbClr val="C9922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910328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1640" y="46177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no se llena con el tiempo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1691640" y="5010912"/>
            <a:ext cx="9692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cerrar el cíclico se genera un documento de detalle, se guarda un resumen liviano y se libera el detalle fino.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03504"/>
            <a:ext cx="292608" cy="29260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AUDITADA — SEPTIEMBRE 2026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8" name="Shape 5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057400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44752" y="19110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inalcanzable desde afuera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2587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navegador solo habla con el servidor; la clave del backend nunca se expone.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15968" y="1691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0" y="194767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057400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12080" y="19110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(bcrypt)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4590288" y="2587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en texto plano y jamás se envían al navegador.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83296" y="169164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18" name="Shape 13"/>
          <p:cNvSpPr/>
          <p:nvPr/>
        </p:nvSpPr>
        <p:spPr>
          <a:xfrm>
            <a:off x="8339328" y="194767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9056" y="2057400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8979408" y="191109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firmada (JWT)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8357616" y="258775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Algoritmo, emisor y audiencia fijos; no se puede fabricar. Dura un turno (8 h).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36576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23" name="Shape 17"/>
          <p:cNvSpPr/>
          <p:nvPr/>
        </p:nvSpPr>
        <p:spPr>
          <a:xfrm>
            <a:off x="804672" y="391363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023360"/>
            <a:ext cx="283464" cy="28346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44752" y="38770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Aislamiento entre plantas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822960" y="4553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 en el servidor: una planta no ve los datos de otra.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15968" y="36576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28" name="Shape 21"/>
          <p:cNvSpPr/>
          <p:nvPr/>
        </p:nvSpPr>
        <p:spPr>
          <a:xfrm>
            <a:off x="4572000" y="391363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1728" y="4023360"/>
            <a:ext cx="283464" cy="283464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12080" y="38770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 a fuerza bruta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4590288" y="4553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intentos en login y recuperación; errores que no revelan si un email existe.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083296" y="3657600"/>
            <a:ext cx="3566160" cy="1783080"/>
          </a:xfrm>
          <a:prstGeom prst="roundRect">
            <a:avLst>
              <a:gd name="adj" fmla="val 4615"/>
            </a:avLst>
          </a:prstGeom>
          <a:solidFill>
            <a:srgbClr val="243141"/>
          </a:solidFill>
          <a:ln/>
        </p:spPr>
      </p:sp>
      <p:sp>
        <p:nvSpPr>
          <p:cNvPr id="33" name="Shape 25"/>
          <p:cNvSpPr/>
          <p:nvPr/>
        </p:nvSpPr>
        <p:spPr>
          <a:xfrm>
            <a:off x="8339328" y="3913632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9056" y="4023360"/>
            <a:ext cx="283464" cy="28346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8979408" y="3877056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completa</a:t>
            </a:r>
            <a:endParaRPr lang="en-US" sz="1350" dirty="0"/>
          </a:p>
        </p:txBody>
      </p:sp>
      <p:sp>
        <p:nvSpPr>
          <p:cNvPr id="36" name="Text 27"/>
          <p:cNvSpPr txBox="1"/>
          <p:nvPr/>
        </p:nvSpPr>
        <p:spPr>
          <a:xfrm>
            <a:off x="8357616" y="4553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Logins, altas/bajas, importaciones, cierres y borrados quedan en el Historial.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USO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conteo, paso a paso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804672" y="2084832"/>
            <a:ext cx="713232" cy="713232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de SAP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carga el catálogo de la planta desde el Excel de SAP.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035808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346704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02736" y="2084832"/>
            <a:ext cx="713232" cy="713232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602736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3575304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3575304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escanea el código y se ingresa la cantidad física encontrada.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33872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7"/>
          <p:cNvSpPr/>
          <p:nvPr/>
        </p:nvSpPr>
        <p:spPr>
          <a:xfrm>
            <a:off x="6144768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00800" y="2084832"/>
            <a:ext cx="713232" cy="713232"/>
          </a:xfrm>
          <a:prstGeom prst="ellipse">
            <a:avLst/>
          </a:prstGeom>
          <a:solidFill>
            <a:srgbClr val="C9922E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400800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0"/>
          <p:cNvSpPr txBox="1"/>
          <p:nvPr/>
        </p:nvSpPr>
        <p:spPr>
          <a:xfrm>
            <a:off x="6373368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diferencias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373368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 calcula y clasifica: coincide, sobra o falta, en pesos.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8631936" y="22860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6" name="Shape 23"/>
          <p:cNvSpPr/>
          <p:nvPr/>
        </p:nvSpPr>
        <p:spPr>
          <a:xfrm>
            <a:off x="8942832" y="18288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9198864" y="2084832"/>
            <a:ext cx="713232" cy="713232"/>
          </a:xfrm>
          <a:prstGeom prst="ellipse">
            <a:avLst/>
          </a:prstGeom>
          <a:solidFill>
            <a:srgbClr val="1B2532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198864" y="2084832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6"/>
          <p:cNvSpPr txBox="1"/>
          <p:nvPr/>
        </p:nvSpPr>
        <p:spPr>
          <a:xfrm>
            <a:off x="9171432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Cerrar cíclico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9171432" y="340156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descarga el documento, se guarda el resumen y se limpia.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548640" y="452628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12303A"/>
          </a:solidFill>
          <a:ln w="12700">
            <a:solidFill>
              <a:srgbClr val="C9922E"/>
            </a:solidFill>
            <a:prstDash val="solid"/>
          </a:ln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892040"/>
            <a:ext cx="548640" cy="54864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600200" y="46634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depósito sin señal, se sigue contando.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conteos quedan en el equipo y se sincronizan solos al reconectar. También se generan las etiquetas de código de barras desde la misma app.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Celular vs. lectores handheld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ser web (PWA), corre en Android, iPhone y PC. El lector es la cámara del propio teléfono.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3703320" y="1874520"/>
            <a:ext cx="3886200" cy="457200"/>
          </a:xfrm>
          <a:prstGeom prst="roundRect">
            <a:avLst>
              <a:gd name="adj" fmla="val 12000"/>
            </a:avLst>
          </a:prstGeom>
          <a:solidFill>
            <a:srgbClr val="6B7280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703320" y="18745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dedicado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80960" y="1874520"/>
            <a:ext cx="3931920" cy="457200"/>
          </a:xfrm>
          <a:prstGeom prst="roundRect">
            <a:avLst>
              <a:gd name="adj" fmla="val 12000"/>
            </a:avLst>
          </a:prstGeom>
          <a:solidFill>
            <a:srgbClr val="C0563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680960" y="1874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 (celular)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2423160"/>
            <a:ext cx="11064240" cy="603504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242316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equipo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242316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Alto: equipos y licencias por unidad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7680960" y="242316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celular existente; costo marginal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02666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3703320" y="3026664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 del proveedor; cambios caros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7680960" y="3026664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Propio: se ajusta a la operación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3630168"/>
            <a:ext cx="11064240" cy="603504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5800" y="363016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3703320" y="3630168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 del proveedor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680960" y="363016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Automáticas, sin costo ni cortes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" y="42336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Reposición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703320" y="4233672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especial a reponer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7680960" y="4233672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celular sirve de reemplazo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48640" y="4837176"/>
            <a:ext cx="11064240" cy="603504"/>
          </a:xfrm>
          <a:prstGeom prst="rect">
            <a:avLst/>
          </a:prstGeom>
          <a:solidFill>
            <a:srgbClr val="F5F2E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85800" y="483717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3703320" y="4837176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limitada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7680960" y="4837176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Tablero, diferencias en pesos, ABC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685800" y="544068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3703320" y="5440680"/>
            <a:ext cx="38404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Suele requerir otra herramienta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7680960" y="5440680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generan desde la misma app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Mantenimiento y costos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Actualizaciones y mantenimiento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7568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19202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continuo: las mejoras se publican solas, sin ventana de mantenimiento ni cortes.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127248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2971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reinstalar: como es web, siempre se abre la última versión.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4069080"/>
            <a:ext cx="502920" cy="502920"/>
          </a:xfrm>
          <a:prstGeom prst="ellipse">
            <a:avLst/>
          </a:prstGeom>
          <a:solidFill>
            <a:srgbClr val="5E7F5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78808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88720" y="40233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Versionado y respaldo: el código en repositorio; la planilla con copias de Google.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309360" y="1417320"/>
            <a:ext cx="5303520" cy="4572000"/>
          </a:xfrm>
          <a:prstGeom prst="roundRect">
            <a:avLst>
              <a:gd name="adj" fmla="val 2000"/>
            </a:avLst>
          </a:prstGeom>
          <a:solidFill>
            <a:srgbClr val="1B2532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6629400" y="1645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</a:t>
            </a:r>
            <a:endParaRPr lang="en-US" sz="2200" dirty="0"/>
          </a:p>
        </p:txBody>
      </p:sp>
      <p:sp>
        <p:nvSpPr>
          <p:cNvPr id="20" name="Text 14"/>
          <p:cNvSpPr txBox="1"/>
          <p:nvPr/>
        </p:nvSpPr>
        <p:spPr>
          <a:xfrm>
            <a:off x="6629400" y="22860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/ Apps Script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9601200" y="22860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· ya en el Workspace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629400" y="29443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Nube (Vercel)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9601200" y="294436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gratuito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629400" y="360273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3602736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· celulares y PC existentes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629400" y="426110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Licencias de software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9601200" y="42611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· sin licencias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6629400" y="5029200"/>
            <a:ext cx="4754880" cy="777240"/>
          </a:xfrm>
          <a:prstGeom prst="roundRect">
            <a:avLst>
              <a:gd name="adj" fmla="val 9412"/>
            </a:avLst>
          </a:prstGeom>
          <a:solidFill>
            <a:srgbClr val="203A2C"/>
          </a:solidFill>
          <a:ln w="12700">
            <a:solidFill>
              <a:srgbClr val="5E7F52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12280" y="502920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real es el desarrollo y mantenimiento, hoy interno.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603504"/>
            <a:ext cx="310896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HONESTIDAD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 y límites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StockApp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0876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EAF0E6"/>
          </a:solidFill>
          <a:ln w="12700">
            <a:solidFill>
              <a:srgbClr val="CBD9B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8308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5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Ventajas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2423160"/>
            <a:ext cx="49377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Resuelve una necesidad real (etiquetas SAP) + conteo cíclico completo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casi nulo: sin licencias ni infraestructura propia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quedan en el entorno Google de la empresa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Multiplataforma; funciona sin conexión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auditada y trazabilidad</a:t>
            </a:r>
            <a:endParaRPr lang="en-US" sz="135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propia: se adapta a SAMAN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5394960" cy="4480560"/>
          </a:xfrm>
          <a:prstGeom prst="roundRect">
            <a:avLst>
              <a:gd name="adj" fmla="val 2041"/>
            </a:avLst>
          </a:prstGeom>
          <a:solidFill>
            <a:srgbClr val="F5F2ED"/>
          </a:solidFill>
          <a:ln w="12700">
            <a:solidFill>
              <a:srgbClr val="E6E1D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17830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5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Límites (y cómo se mitigan)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6537960" y="2514600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una persona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537960" y="2880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titularidad de cuentas y 2º responsable</a:t>
            </a:r>
            <a:endParaRPr lang="en-US" sz="1250" dirty="0"/>
          </a:p>
        </p:txBody>
      </p:sp>
      <p:sp>
        <p:nvSpPr>
          <p:cNvPr id="17" name="Text 12"/>
          <p:cNvSpPr txBox="1"/>
          <p:nvPr/>
        </p:nvSpPr>
        <p:spPr>
          <a:xfrm>
            <a:off x="6537960" y="335584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no es una base empresarial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37216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migrable a base dedicada sin rehacer la app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6537960" y="4197096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Cuotas de Apps Script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6537960" y="456285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retención + lotes mantienen el uso muy por debajo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537960" y="5038344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sin revocación instantánea (8 h)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6537960" y="540410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F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aceptable interno; acortable si IT pide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566928" cy="566928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603504"/>
            <a:ext cx="274320" cy="31089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98448" y="45720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 A FUTURO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298448" y="67665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Hacia dónde puede evolucionar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8" name="Shape 5"/>
          <p:cNvSpPr/>
          <p:nvPr/>
        </p:nvSpPr>
        <p:spPr>
          <a:xfrm>
            <a:off x="1234440" y="2286000"/>
            <a:ext cx="731520" cy="731520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344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 por clase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inventario con el ABC congelado en cada conteo.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78892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13" name="Shape 10"/>
          <p:cNvSpPr/>
          <p:nvPr/>
        </p:nvSpPr>
        <p:spPr>
          <a:xfrm>
            <a:off x="3474720" y="2286000"/>
            <a:ext cx="731520" cy="731520"/>
          </a:xfrm>
          <a:prstGeom prst="ellipse">
            <a:avLst/>
          </a:prstGeom>
          <a:solidFill>
            <a:srgbClr val="5E7F5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7472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292608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ubicaciones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92608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como estructura con coordenadas.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18" name="Shape 15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C0563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7150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 txBox="1"/>
          <p:nvPr/>
        </p:nvSpPr>
        <p:spPr>
          <a:xfrm>
            <a:off x="516636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del depósito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6636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Representar cómo está distribuido el inventario.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26948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23" name="Shape 20"/>
          <p:cNvSpPr/>
          <p:nvPr/>
        </p:nvSpPr>
        <p:spPr>
          <a:xfrm>
            <a:off x="7955280" y="2286000"/>
            <a:ext cx="731520" cy="731520"/>
          </a:xfrm>
          <a:prstGeom prst="ellipse">
            <a:avLst/>
          </a:prstGeom>
          <a:solidFill>
            <a:srgbClr val="C9922E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9552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 y captura auto.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 y RFID que alimentan la misma tabla.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509760" y="2011680"/>
            <a:ext cx="2103120" cy="2926080"/>
          </a:xfrm>
          <a:prstGeom prst="roundRect">
            <a:avLst>
              <a:gd name="adj" fmla="val 4348"/>
            </a:avLst>
          </a:prstGeom>
          <a:solidFill>
            <a:srgbClr val="243141"/>
          </a:solidFill>
          <a:ln/>
        </p:spPr>
      </p:sp>
      <p:sp>
        <p:nvSpPr>
          <p:cNvPr id="28" name="Shape 25"/>
          <p:cNvSpPr/>
          <p:nvPr/>
        </p:nvSpPr>
        <p:spPr>
          <a:xfrm>
            <a:off x="10195560" y="2286000"/>
            <a:ext cx="731520" cy="731520"/>
          </a:xfrm>
          <a:prstGeom prst="ellipse">
            <a:avLst/>
          </a:prstGeom>
          <a:solidFill>
            <a:srgbClr val="C9922E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1955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0" name="Text 27"/>
          <p:cNvSpPr txBox="1"/>
          <p:nvPr/>
        </p:nvSpPr>
        <p:spPr>
          <a:xfrm>
            <a:off x="9646920" y="32004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multiempresa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646920" y="3858768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dedicada; llevarla a otros países del grupo.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99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conteos ya es agnóstica de quién capturó el dato — cada etapa se apoya en la anterior, sin rehacer el sistema.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5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3840480"/>
            <a:ext cx="4206240" cy="4206240"/>
          </a:xfrm>
          <a:prstGeom prst="ellipse">
            <a:avLst/>
          </a:prstGeom>
          <a:solidFill>
            <a:srgbClr val="243141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097280"/>
            <a:ext cx="3291840" cy="3291840"/>
          </a:xfrm>
          <a:prstGeom prst="ellipse">
            <a:avLst/>
          </a:prstGeom>
          <a:solidFill>
            <a:srgbClr val="202C3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822960" cy="822960"/>
          </a:xfrm>
          <a:prstGeom prst="ellipse">
            <a:avLst/>
          </a:prstGeom>
          <a:solidFill>
            <a:srgbClr val="C0563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212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063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05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producción, de bajo costo y auditada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429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solución propia, lista para evaluar.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26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EB9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a disposición de IT para ampliar cualquier punto, hacer una demostración en vivo o avanzar con una prueba controlada en las plantas.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Maximiliano Quiroga  ·  StockApp — Rice Logistics Intelligence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StockApp — Presentación IT SAMAN</dc:title>
  <dc:subject>PptxGenJS Presentation</dc:subject>
  <dc:creator>Maximiliano Quiroga</dc:creator>
  <cp:lastModifiedBy>Maximiliano Quiroga</cp:lastModifiedBy>
  <cp:revision>1</cp:revision>
  <dcterms:created xsi:type="dcterms:W3CDTF">2026-09-28T00:40:25Z</dcterms:created>
  <dcterms:modified xsi:type="dcterms:W3CDTF">2026-09-28T00:40:25Z</dcterms:modified>
</cp:coreProperties>
</file>