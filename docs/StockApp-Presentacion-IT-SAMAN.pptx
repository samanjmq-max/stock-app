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StockApp al departamento de IT de SAMAN. Objetivo: mostrar qué es, cómo funciona, cómo está protegida, cuánto cuesta y hacia dónde puede evolucionar, respondiendo las preguntas que planteó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sorpresa de IT vino de que StockApp ya hacía justo lo que estaban por cotizar (etiquetas de SAP) y además resolvía el conteo cíclico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capacidades núcleo. Contar, ver diferencias en pesos, etiquetas, importar de SAP, cerrar cíclico y trabajo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herramientas de análisis del tablero: el control de genéricos (códigos que deben quedar en cero, con lo que falta bajar) y el análisis ABC del valor (dónde está concentrada la plata, con selección para medir familias como urea y fertilizantes).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Permisos por capacidades, no por pantallas sueltas. El súper admin sale de una variable de entorno, no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capas. Costo cero de infraestructura, datos dentro del Google de la empresa, despliegue automático, multiplataforma.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Sheets admite 10M celdas; hay margen holgado, y la retención por diseño mantiene la planilla activa liviana. El catálogo va embebido y optimizado para que contar sea instantáneo.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uso es por tandas de conteo, muy por debajo de las cuotas de Google. El componente que crece por acumulación es la planilla, no Apps Script, y eso lo controla la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 rondas de auditoría. Primera: rotación de claves, fuga entre plantas en la lectura del catálogo, librería de Excel sin CVE, endurecimiento del token. Segunda: aislamiento reforzado en cierre/reinicio, protección de la cuenta de súper admin, sincronización sin duplicados y actualización controlada del service worker.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ingreso es por usuario y contraseña (sesión de 8 h). El flujo completo: importar, contar, leer diferencias, 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partida: IT buscaba cotizar etiquetado de SAP. StockApp ya lo hace, con los celulares existentes y sin licencias.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cotizar etiquetado y/o handhelds con licencias, el ahorro es directo.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principal límite —la dependencia de una persona— se resuelve justamente con el proceso de evaluación y absorción que este material acompaña.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 por etapas, sin apuro. StockApp es el sistema de registro; el resto son capas de representación y captura que se conectan encima.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Abrir a preguntas de IT y ofrecer demo en vivo o prueba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24314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02C3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527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PARA EL DEPARTAMENTO DE IT · SAMAN (GRUPO CAMIL)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StockApp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conteo de inventario cíclico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· Arquitectura · Datos · Seguridad · Costos · Ventajas y límites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Quiroga  ·  Versión 1.1  ·  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de partida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necesitaba dos cosas que no tenía resueltas: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313432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414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2951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cíclico ágil y trazable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cotejo contra SAP se hacía con planillas: lento, con errores de tipeo y sin registro de quién contó qué.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67912"/>
            <a:ext cx="548640" cy="548640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959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8496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los códigos de SAP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 e IT estaban buscando quién les cotizara una solución de etiquetado de código de barras.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2057400"/>
            <a:ext cx="5303520" cy="2971800"/>
          </a:xfrm>
          <a:prstGeom prst="roundRect">
            <a:avLst>
              <a:gd name="adj" fmla="val 3077"/>
            </a:avLst>
          </a:prstGeom>
          <a:solidFill>
            <a:srgbClr val="1B253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377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2395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respuesta: una sola app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2971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 cubre las dos necesidades a la vez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 los celulares que ya se tienen y sin licencias de software.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629400" y="4114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está en producción y en uso real en las 9 plantas.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StockApp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385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con el celular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código de barras e ingresa la cantidad física.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15968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1810512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93852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automática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90288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contra SAP: coincide, sobra o falta, con impacto en pesos.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83296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39328" y="1810512"/>
            <a:ext cx="548640" cy="548640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19385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43416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etiquetas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357616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 código de barras Code128 (10×5 cm) listo para imprimir.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27024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desde SAP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catálogo de cada planta desde el Excel de SAP.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315968" y="3886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72000" y="4142232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427024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276088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cíclico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4590288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conteo, guarda el resumen y libera espacio.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083296" y="3886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339328" y="4142232"/>
            <a:ext cx="548640" cy="548640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27024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043416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8357616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offline y sincroniza solo al recuperar la señal.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TABLERO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herramientas para decidir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contar, el tablero ayuda a saber dónde mirar y qué priorizar.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5394960" cy="4069080"/>
          </a:xfrm>
          <a:prstGeom prst="roundRect">
            <a:avLst>
              <a:gd name="adj" fmla="val 224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3225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1762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genéricos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los códigos genéricos —que deben quedar en cero— y resalta en rojo los que todavía tienen stock, para bajarlos.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38862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005840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E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3400" dirty="0"/>
          </a:p>
        </p:txBody>
      </p:sp>
      <p:sp>
        <p:nvSpPr>
          <p:cNvPr id="16" name="Text 12"/>
          <p:cNvSpPr txBox="1"/>
          <p:nvPr/>
        </p:nvSpPr>
        <p:spPr>
          <a:xfrm>
            <a:off x="1005840" y="4553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cero ✓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3264408" y="3886200"/>
            <a:ext cx="2194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01568" y="3977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9" name="Text 15"/>
          <p:cNvSpPr txBox="1"/>
          <p:nvPr/>
        </p:nvSpPr>
        <p:spPr>
          <a:xfrm>
            <a:off x="3401568" y="45537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bajar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68680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Buscador, filtro por estado y ordenamiento dentro del panel.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17920" y="1920240"/>
            <a:ext cx="5394960" cy="4069080"/>
          </a:xfrm>
          <a:prstGeom prst="roundRect">
            <a:avLst>
              <a:gd name="adj" fmla="val 224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92240" y="2194560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322576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178040" y="21762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ABC del valor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537960" y="2880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el catálogo por el valor en stock. Pocos artículos concentran casi toda la plata.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537960" y="36118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37960" y="3611880"/>
            <a:ext cx="1463040" cy="8229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647688" y="374904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Text 24"/>
          <p:cNvSpPr txBox="1"/>
          <p:nvPr/>
        </p:nvSpPr>
        <p:spPr>
          <a:xfrm>
            <a:off x="6647688" y="411480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2600" dirty="0"/>
          </a:p>
        </p:txBody>
      </p:sp>
      <p:sp>
        <p:nvSpPr>
          <p:cNvPr id="30" name="Text 25"/>
          <p:cNvSpPr txBox="1"/>
          <p:nvPr/>
        </p:nvSpPr>
        <p:spPr>
          <a:xfrm>
            <a:off x="6647688" y="4645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$150.000 o más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8165592" y="36118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C98A12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8165592" y="3611880"/>
            <a:ext cx="1463040" cy="82296"/>
          </a:xfrm>
          <a:prstGeom prst="rect">
            <a:avLst/>
          </a:prstGeom>
          <a:solidFill>
            <a:srgbClr val="C98A12"/>
          </a:solidFill>
          <a:ln/>
        </p:spPr>
      </p:sp>
      <p:sp>
        <p:nvSpPr>
          <p:cNvPr id="33" name="Text 28"/>
          <p:cNvSpPr txBox="1"/>
          <p:nvPr/>
        </p:nvSpPr>
        <p:spPr>
          <a:xfrm>
            <a:off x="8275320" y="374904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29"/>
          <p:cNvSpPr txBox="1"/>
          <p:nvPr/>
        </p:nvSpPr>
        <p:spPr>
          <a:xfrm>
            <a:off x="8275320" y="411480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8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3%</a:t>
            </a:r>
            <a:endParaRPr lang="en-US" sz="2600" dirty="0"/>
          </a:p>
        </p:txBody>
      </p:sp>
      <p:sp>
        <p:nvSpPr>
          <p:cNvPr id="35" name="Text 30"/>
          <p:cNvSpPr txBox="1"/>
          <p:nvPr/>
        </p:nvSpPr>
        <p:spPr>
          <a:xfrm>
            <a:off x="8275320" y="4645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$70k – $150k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9793224" y="3611880"/>
            <a:ext cx="1463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F6FB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9793224" y="3611880"/>
            <a:ext cx="1463040" cy="82296"/>
          </a:xfrm>
          <a:prstGeom prst="rect">
            <a:avLst/>
          </a:prstGeom>
          <a:solidFill>
            <a:srgbClr val="2F6FBF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9902952" y="374904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9902952" y="4114800"/>
            <a:ext cx="1243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2600" dirty="0"/>
          </a:p>
        </p:txBody>
      </p:sp>
      <p:sp>
        <p:nvSpPr>
          <p:cNvPr id="40" name="Text 35"/>
          <p:cNvSpPr txBox="1"/>
          <p:nvPr/>
        </p:nvSpPr>
        <p:spPr>
          <a:xfrm>
            <a:off x="9902952" y="46451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$70k</a:t>
            </a:r>
            <a:endParaRPr lang="en-US" sz="850" dirty="0"/>
          </a:p>
        </p:txBody>
      </p:sp>
      <p:sp>
        <p:nvSpPr>
          <p:cNvPr id="41" name="Text 36"/>
          <p:cNvSpPr txBox="1"/>
          <p:nvPr/>
        </p:nvSpPr>
        <p:spPr>
          <a:xfrm>
            <a:off x="6537960" y="51206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y filtro por familia en cada clase, y selección de artículos para ver cuánta plata representan.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ESTÁ DIRIGIDA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roles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usuario y contraseña. Cada persona ve y hace solo lo que su rol permite.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5E7F5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468880"/>
            <a:ext cx="2615184" cy="320040"/>
          </a:xfrm>
          <a:prstGeom prst="rect">
            <a:avLst/>
          </a:prstGeom>
          <a:solidFill>
            <a:srgbClr val="5E7F5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Operario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conteo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y ve el avance de su planta.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46704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46704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C0563C"/>
          </a:solidFill>
          <a:ln/>
        </p:spPr>
      </p:sp>
      <p:sp>
        <p:nvSpPr>
          <p:cNvPr id="17" name="Shape 14"/>
          <p:cNvSpPr/>
          <p:nvPr/>
        </p:nvSpPr>
        <p:spPr>
          <a:xfrm>
            <a:off x="3346704" y="2468880"/>
            <a:ext cx="2615184" cy="320040"/>
          </a:xfrm>
          <a:prstGeom prst="rect">
            <a:avLst/>
          </a:prstGeom>
          <a:solidFill>
            <a:srgbClr val="C056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29584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Encargado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529584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almacén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529584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Cuenta, importa, etiqueta y cierra el cíclico de su planta.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44768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44768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C9922E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4768" y="2468880"/>
            <a:ext cx="2615184" cy="320040"/>
          </a:xfrm>
          <a:prstGeom prst="rect">
            <a:avLst/>
          </a:prstGeom>
          <a:solidFill>
            <a:srgbClr val="C992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27648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Jefe / Gerente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327648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gestión; puede tener varias plantas a cargo.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942832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942832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1B2532"/>
          </a:solidFill>
          <a:ln/>
        </p:spPr>
      </p:sp>
      <p:sp>
        <p:nvSpPr>
          <p:cNvPr id="29" name="Shape 26"/>
          <p:cNvSpPr/>
          <p:nvPr/>
        </p:nvSpPr>
        <p:spPr>
          <a:xfrm>
            <a:off x="8942832" y="2468880"/>
            <a:ext cx="2615184" cy="320040"/>
          </a:xfrm>
          <a:prstGeom prst="rect">
            <a:avLst/>
          </a:prstGeom>
          <a:solidFill>
            <a:srgbClr val="1B253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25712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Súper admin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125712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sistema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125712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sobre las 9 plantas y el histórico.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1B2532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554480" y="49377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viaja firmado en la sesión.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escalar privilegios editando una celda de la planilla; el súper administrador se define por una variable del servidor.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DÓNDE CORRE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todo en la nube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243141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21284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/ PC · Next.js 15 + React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41248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usuario. App web (PWA): se abre en el navegador, sin instalar de una tienda.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78224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4462272" y="17830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243141"/>
          </a:solidFill>
          <a:ln/>
        </p:spPr>
      </p:sp>
      <p:sp>
        <p:nvSpPr>
          <p:cNvPr id="16" name="Shape 12"/>
          <p:cNvSpPr/>
          <p:nvPr/>
        </p:nvSpPr>
        <p:spPr>
          <a:xfrm>
            <a:off x="4736592" y="2057400"/>
            <a:ext cx="658368" cy="65836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128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13832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513832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/ API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en Vercel (nube)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 blindado: valida sesión y permisos. Es el único que tiene las llaves del backend.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991856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8375904" y="17830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243141"/>
          </a:solidFill>
          <a:ln/>
        </p:spPr>
      </p:sp>
      <p:sp>
        <p:nvSpPr>
          <p:cNvPr id="24" name="Shape 19"/>
          <p:cNvSpPr/>
          <p:nvPr/>
        </p:nvSpPr>
        <p:spPr>
          <a:xfrm>
            <a:off x="8650224" y="2057400"/>
            <a:ext cx="658368" cy="658368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21284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427464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427464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+ Base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8668512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 + Sheets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68512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entorno Google de la empresa. Aquí viven catálogo, conteos, usuarios e historial.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303A"/>
          </a:solidFill>
          <a:ln w="12700">
            <a:solidFill>
              <a:srgbClr val="5E7F5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54480" y="493776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nunca habla directo con Google Sheets.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pasa por el servidor, que es quien tiene las llaves. La base de datos no es alcanzable desde afuera.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LOS DATOS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volumen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guarda en Google Sheets (base de datos), dentro del entorno Google de la empresa. Apps Script lee y escribe de forma controlada. No hay datos en servidores de terceros fuera de Google.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16.500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por planta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98848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150.000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498848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catálogo (9 plantas)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83296" y="2240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66176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266176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celdas: el techo de Sheets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información maneja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52628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ubicación, stock SAP, precio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452628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cantidad, diferencia, quién y cuándo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0352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y contraseña cifrada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72200" y="530352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4652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+ Resumen: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consolidado liviano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MUCHA CARGA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 y resiliencia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756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agencias a la vez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217627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solo ve y escribe su planta. Un candado serializa las escrituras simultáneas; los conteos suben en lote.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35584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30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Apps Script se satura o falla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59359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pedido tiene tiempo máximo de espera: mensaje claro, no cuelgue. Nada se pierde: queda en el equipo y reintenta solo.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773168"/>
            <a:ext cx="566928" cy="566928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9103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617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no se llena con el tiempo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50109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el cíclico se genera un documento de detalle, se guarda un resumen liviano y se libera el detalle fino.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AUDITADA EN DOS RONDAS — SEPTIEMBRE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44752" y="19110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inalcanzable desde afuera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587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solo habla con el servidor; la clave del backend nunca se expone.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15968" y="1691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0" y="194767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05740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12080" y="19110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(bcrypt)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4590288" y="2587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 texto plano y jamás se envían al navegador.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83296" y="1691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9328" y="194767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057400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79408" y="19110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firmada (JWT)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8357616" y="2587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Algoritmo, emisor y audiencia fijos; no se puede fabricar. Dura un turno (8 h).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36576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23" name="Shape 17"/>
          <p:cNvSpPr/>
          <p:nvPr/>
        </p:nvSpPr>
        <p:spPr>
          <a:xfrm>
            <a:off x="804672" y="391363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3360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44752" y="38770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entre plantas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4553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el servidor, también en cierre y reinicio: una planta no toca los datos de otra.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15968" y="36576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28" name="Shape 21"/>
          <p:cNvSpPr/>
          <p:nvPr/>
        </p:nvSpPr>
        <p:spPr>
          <a:xfrm>
            <a:off x="4572000" y="391363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023360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12080" y="38770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de súper admin protegida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4590288" y="4553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ser editada ni degradada por otros; el propio dueño ya cambia su contraseña sin trabas.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83296" y="36576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33" name="Shape 25"/>
          <p:cNvSpPr/>
          <p:nvPr/>
        </p:nvSpPr>
        <p:spPr>
          <a:xfrm>
            <a:off x="8339328" y="391363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023360"/>
            <a:ext cx="283464" cy="28346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79408" y="38770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</a:t>
            </a:r>
            <a:endParaRPr lang="en-US" sz="1350" dirty="0"/>
          </a:p>
        </p:txBody>
      </p:sp>
      <p:sp>
        <p:nvSpPr>
          <p:cNvPr id="36" name="Text 27"/>
          <p:cNvSpPr txBox="1"/>
          <p:nvPr/>
        </p:nvSpPr>
        <p:spPr>
          <a:xfrm>
            <a:off x="8357616" y="4553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altas/bajas, importaciones, cierres y borrados quedan en el Historial.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USO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conteo, paso a paso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2084832"/>
            <a:ext cx="713232" cy="713232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de SAP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 el catálogo de la planta desde el Excel de SAP.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035808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346704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02736" y="2084832"/>
            <a:ext cx="713232" cy="713232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02736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3575304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75304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escanea el código y se ingresa la cantidad física encontrada.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33872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144768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0" y="2084832"/>
            <a:ext cx="713232" cy="713232"/>
          </a:xfrm>
          <a:prstGeom prst="ellipse">
            <a:avLst/>
          </a:prstGeom>
          <a:solidFill>
            <a:srgbClr val="C992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6373368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diferencias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73368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calcula y clasifica: coincide, sobra o falta, en pesos.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31936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942832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198864" y="2084832"/>
            <a:ext cx="713232" cy="713232"/>
          </a:xfrm>
          <a:prstGeom prst="ellipse">
            <a:avLst/>
          </a:prstGeom>
          <a:solidFill>
            <a:srgbClr val="1B253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98864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171432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cíclico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171432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descarga el documento, se guarda el resumen y se limpia.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2303A"/>
          </a:solidFill>
          <a:ln w="12700">
            <a:solidFill>
              <a:srgbClr val="C9922E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92040"/>
            <a:ext cx="548640" cy="54864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600200" y="46634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depósito sin señal, se sigue contando.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quedan en el equipo y se sincronizan solos al reconectar. También se generan las etiquetas de código de barras desde la misma app.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Celular vs. lectores handheld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web (PWA), corre en Android, iPhone y PC. El lector es la cámara del propio teléfono.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03320" y="1874520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03320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dedicado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1874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C056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 (celular)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423160"/>
            <a:ext cx="11064240" cy="603504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242316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equipo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24231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Alto: equipos y licencias por unidad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242316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celular existente; costo marginal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0266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703320" y="302666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 del proveedor; cambios caros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3026664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Propio: se ajusta a la operación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630168"/>
            <a:ext cx="11064240" cy="603504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63016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703320" y="36301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del proveedor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363016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Automáticas, sin costo ni cortes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2336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703320" y="423367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especial a reponer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4233672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celular sirve de reemplazo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837176"/>
            <a:ext cx="11064240" cy="603504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83717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3703320" y="48371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limitada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0" y="4837176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Tablero, diferencias en pesos, ABC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4406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3703320" y="54406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requerir otra herramienta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680960" y="544068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desde la misma app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 y costos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y mantenimiento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56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920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continuo: las mejoras se publican solas, sin ventana de mantenimiento ni cortes.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272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971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reinstalar: como es web, siempre se abre la última versión.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78808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023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y respaldo: el código en repositorio; la planilla con copias de Google.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B253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629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/ Apps Script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· ya en el Workspace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2944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(Vercel)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0" y="2944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629400" y="36027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3602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· celulares y PC existentes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629400" y="4261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de software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601200" y="42611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· sin licencias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629400" y="50292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203A2C"/>
          </a:solidFill>
          <a:ln w="12700">
            <a:solidFill>
              <a:srgbClr val="5E7F5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12280" y="50292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 es el desarrollo y mantenimiento, hoy interno.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HONESTIDAD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límites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EAF0E6"/>
          </a:solidFill>
          <a:ln w="12700">
            <a:solidFill>
              <a:srgbClr val="CBD9B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una necesidad real (etiquetas SAP) + conteo cíclico completo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casi nulo: sin licencias ni infraestructura propia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quedan en el entorno Google de la empresa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Multiplataforma; funciona sin conexión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auditada y trazabilidad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propia: se adapta a SAMAN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(y cómo se mitigan)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5146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una persona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titularidad de cuentas y 2º responsable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33558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no es una base empresarial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migrable a base dedicada sin rehacer la app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41970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de Apps Script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537960" y="4562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retención + lotes mantienen el uso muy por debajo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37960" y="5038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sin revocación instantánea (8 h)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5404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aceptable interno; acortable si IT pide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03504"/>
            <a:ext cx="274320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 FUTURO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dónde puede evolucionar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8" name="Shape 5"/>
          <p:cNvSpPr/>
          <p:nvPr/>
        </p:nvSpPr>
        <p:spPr>
          <a:xfrm>
            <a:off x="1234440" y="2286000"/>
            <a:ext cx="731520" cy="731520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 por clase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inventario con el ABC congelado en cada conteo.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8892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2286000"/>
            <a:ext cx="731520" cy="731520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747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ubicaciones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como estructura con coordenadas.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15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depósito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cómo está distribuido el inventario.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26948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2286000"/>
            <a:ext cx="731520" cy="731520"/>
          </a:xfrm>
          <a:prstGeom prst="ellipse">
            <a:avLst/>
          </a:prstGeom>
          <a:solidFill>
            <a:srgbClr val="C992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552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y captura auto.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y RFID que alimentan la misma tabla.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50976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95560" y="2286000"/>
            <a:ext cx="731520" cy="731520"/>
          </a:xfrm>
          <a:prstGeom prst="ellipse">
            <a:avLst/>
          </a:prstGeom>
          <a:solidFill>
            <a:srgbClr val="C9922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1955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96469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multiempresa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4692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dedicada; llevarla a otros países del grupo.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conteos ya es agnóstica de quién capturó el dato — cada etapa se apoya en la anterior, sin rehacer el sistema.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840480"/>
            <a:ext cx="4206240" cy="4206240"/>
          </a:xfrm>
          <a:prstGeom prst="ellipse">
            <a:avLst/>
          </a:prstGeom>
          <a:solidFill>
            <a:srgbClr val="24314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097280"/>
            <a:ext cx="3291840" cy="3291840"/>
          </a:xfrm>
          <a:prstGeom prst="ellipse">
            <a:avLst/>
          </a:prstGeom>
          <a:solidFill>
            <a:srgbClr val="202C3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12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de bajo costo y auditada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propia, lista para evaluar.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 disposición de IT para ampliar cualquier punto, hacer una demostración en vivo o avanzar con una prueba controlada en las plantas.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Quiroga  ·  StockApp — Rice Logistics Intelligence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StockApp — Presentación IT SAMAN</dc:title>
  <dc:subject>PptxGenJS Presentation</dc:subject>
  <dc:creator>Maximiliano Quiroga</dc:creator>
  <cp:lastModifiedBy>Maximiliano Quiroga</cp:lastModifiedBy>
  <cp:revision>1</cp:revision>
  <dcterms:created xsi:type="dcterms:W3CDTF">2026-09-30T10:36:30Z</dcterms:created>
  <dcterms:modified xsi:type="dcterms:W3CDTF">2026-09-30T10:36:30Z</dcterms:modified>
</cp:coreProperties>
</file>